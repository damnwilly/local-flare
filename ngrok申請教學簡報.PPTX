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66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51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91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35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38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78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41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53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42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610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505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40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6582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91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911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48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89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52E667-B38E-4A84-821D-E88C8C6C5501}" type="datetimeFigureOut">
              <a:rPr lang="zh-TW" altLang="en-US" smtClean="0"/>
              <a:t>2025/2/8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1A7267-A0F8-4FA7-9DEC-AC764814F4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75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845FCB-B53D-44D5-0C53-A9E1AE480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2254590"/>
            <a:ext cx="6815669" cy="685256"/>
          </a:xfrm>
        </p:spPr>
        <p:txBody>
          <a:bodyPr>
            <a:normAutofit/>
          </a:bodyPr>
          <a:lstStyle/>
          <a:p>
            <a:r>
              <a:rPr lang="en-US" altLang="zh-TW" sz="3500" dirty="0" err="1"/>
              <a:t>Ngrok</a:t>
            </a:r>
            <a:r>
              <a:rPr lang="zh-TW" altLang="en-US" sz="3500" dirty="0"/>
              <a:t>申請帳戶及個人網域教學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AB3DC0-29F7-8F49-9726-8D85024E6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開發者</a:t>
            </a:r>
            <a:r>
              <a:rPr lang="en-US" altLang="zh-TW" dirty="0"/>
              <a:t>:hack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9237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97E1C-EBF7-CBF3-9CB6-1A32AF68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帳戶辨識碼</a:t>
            </a:r>
          </a:p>
        </p:txBody>
      </p:sp>
      <p:pic>
        <p:nvPicPr>
          <p:cNvPr id="5" name="內容版面配置區 4" descr="一張含有 文字, 螢幕擷取畫面, 軟體, 數字 的圖片">
            <a:extLst>
              <a:ext uri="{FF2B5EF4-FFF2-40B4-BE49-F238E27FC236}">
                <a16:creationId xmlns:a16="http://schemas.microsoft.com/office/drawing/2014/main" id="{FF73D5E2-ACEA-8497-CC55-0F2ACCAFE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38"/>
          <a:stretch/>
        </p:blipFill>
        <p:spPr>
          <a:xfrm>
            <a:off x="2906476" y="2779291"/>
            <a:ext cx="6379047" cy="3096577"/>
          </a:xfrm>
          <a:ln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D8E23A9-BDEC-8891-11E9-138F6061DE0D}"/>
              </a:ext>
            </a:extLst>
          </p:cNvPr>
          <p:cNvSpPr/>
          <p:nvPr/>
        </p:nvSpPr>
        <p:spPr>
          <a:xfrm>
            <a:off x="4615688" y="5578856"/>
            <a:ext cx="2526792" cy="146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26CFF40-DFC2-8E5A-BFB3-F92D33B9F82C}"/>
              </a:ext>
            </a:extLst>
          </p:cNvPr>
          <p:cNvSpPr txBox="1"/>
          <p:nvPr/>
        </p:nvSpPr>
        <p:spPr>
          <a:xfrm>
            <a:off x="7142480" y="5209524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這裡是帳戶的</a:t>
            </a:r>
            <a:r>
              <a:rPr lang="en-US" altLang="zh-TW" dirty="0"/>
              <a:t>token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61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5312D-CA0B-9313-7EED-C8008642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申請個人網域</a:t>
            </a:r>
            <a:r>
              <a:rPr lang="en-US" altLang="zh-TW" dirty="0"/>
              <a:t>(</a:t>
            </a:r>
            <a:r>
              <a:rPr lang="zh-TW" altLang="en-US" dirty="0"/>
              <a:t>有限制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內容版面配置區 4" descr="一張含有 文字, 字型, 行, 螢幕擷取畫面 的圖片&#10;&#10;自動產生的描述">
            <a:extLst>
              <a:ext uri="{FF2B5EF4-FFF2-40B4-BE49-F238E27FC236}">
                <a16:creationId xmlns:a16="http://schemas.microsoft.com/office/drawing/2014/main" id="{4BA0853C-5492-919A-6A4E-01307C1D6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3209096"/>
            <a:ext cx="9601200" cy="1770768"/>
          </a:xfrm>
          <a:ln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0412CC2-BBDC-428D-87F1-698F266AB958}"/>
              </a:ext>
            </a:extLst>
          </p:cNvPr>
          <p:cNvSpPr/>
          <p:nvPr/>
        </p:nvSpPr>
        <p:spPr>
          <a:xfrm>
            <a:off x="7538722" y="4338320"/>
            <a:ext cx="2072640" cy="243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B75C0B-6E5D-E5DF-3F37-49F187ABDF39}"/>
              </a:ext>
            </a:extLst>
          </p:cNvPr>
          <p:cNvSpPr/>
          <p:nvPr/>
        </p:nvSpPr>
        <p:spPr>
          <a:xfrm>
            <a:off x="3007362" y="3860800"/>
            <a:ext cx="1046480" cy="375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2F9CF71-0401-832A-D024-41FA4C0F2FB0}"/>
              </a:ext>
            </a:extLst>
          </p:cNvPr>
          <p:cNvSpPr txBox="1"/>
          <p:nvPr/>
        </p:nvSpPr>
        <p:spPr>
          <a:xfrm>
            <a:off x="4145282" y="3844052"/>
            <a:ext cx="171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點擊這裡進入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D6A3201-F951-024E-FED0-B231486FEAD7}"/>
              </a:ext>
            </a:extLst>
          </p:cNvPr>
          <p:cNvSpPr txBox="1"/>
          <p:nvPr/>
        </p:nvSpPr>
        <p:spPr>
          <a:xfrm>
            <a:off x="7716522" y="3882906"/>
            <a:ext cx="171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點擊這裡申請</a:t>
            </a:r>
          </a:p>
        </p:txBody>
      </p:sp>
    </p:spTree>
    <p:extLst>
      <p:ext uri="{BB962C8B-B14F-4D97-AF65-F5344CB8AC3E}">
        <p14:creationId xmlns:p14="http://schemas.microsoft.com/office/powerpoint/2010/main" val="342651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89EDB6-D81D-6787-AB24-C8F65613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申請個人網域後</a:t>
            </a:r>
          </a:p>
        </p:txBody>
      </p:sp>
      <p:pic>
        <p:nvPicPr>
          <p:cNvPr id="5" name="內容版面配置區 4" descr="一張含有 文字, 字型, 螢幕擷取畫面 的圖片&#10;&#10;自動產生的描述">
            <a:extLst>
              <a:ext uri="{FF2B5EF4-FFF2-40B4-BE49-F238E27FC236}">
                <a16:creationId xmlns:a16="http://schemas.microsoft.com/office/drawing/2014/main" id="{4AE2F293-02F5-E593-1BBD-C0EF089CB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837850"/>
            <a:ext cx="9601200" cy="2757101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5F2C236-CE7C-B3AA-6BBB-94B89F1D8419}"/>
              </a:ext>
            </a:extLst>
          </p:cNvPr>
          <p:cNvSpPr/>
          <p:nvPr/>
        </p:nvSpPr>
        <p:spPr>
          <a:xfrm>
            <a:off x="3058160" y="4490720"/>
            <a:ext cx="2875280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1525EB-588B-852D-325F-070B04837115}"/>
              </a:ext>
            </a:extLst>
          </p:cNvPr>
          <p:cNvSpPr/>
          <p:nvPr/>
        </p:nvSpPr>
        <p:spPr>
          <a:xfrm>
            <a:off x="5344160" y="4968240"/>
            <a:ext cx="151384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4AFAB23-38B9-26DD-8B9C-6B46538C573B}"/>
              </a:ext>
            </a:extLst>
          </p:cNvPr>
          <p:cNvSpPr txBox="1"/>
          <p:nvPr/>
        </p:nvSpPr>
        <p:spPr>
          <a:xfrm>
            <a:off x="2580640" y="4121388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這就是你的個人網域</a:t>
            </a:r>
            <a:r>
              <a:rPr lang="en-US" altLang="zh-TW" dirty="0"/>
              <a:t>(</a:t>
            </a:r>
            <a:r>
              <a:rPr lang="zh-TW" altLang="en-US" dirty="0"/>
              <a:t>是在官方下的二級網域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5CAAE91-7846-D1EC-6AAA-2C1BC054270C}"/>
              </a:ext>
            </a:extLst>
          </p:cNvPr>
          <p:cNvSpPr txBox="1"/>
          <p:nvPr/>
        </p:nvSpPr>
        <p:spPr>
          <a:xfrm>
            <a:off x="7020560" y="5012174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這裡可以進去你的網域</a:t>
            </a:r>
          </a:p>
        </p:txBody>
      </p:sp>
    </p:spTree>
    <p:extLst>
      <p:ext uri="{BB962C8B-B14F-4D97-AF65-F5344CB8AC3E}">
        <p14:creationId xmlns:p14="http://schemas.microsoft.com/office/powerpoint/2010/main" val="3364310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</TotalTime>
  <Words>60</Words>
  <Application>Microsoft Office PowerPoint</Application>
  <PresentationFormat>寬螢幕</PresentationFormat>
  <Paragraphs>10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7" baseType="lpstr">
      <vt:lpstr>Arial</vt:lpstr>
      <vt:lpstr>Garamond</vt:lpstr>
      <vt:lpstr>有機</vt:lpstr>
      <vt:lpstr>Ngrok申請帳戶及個人網域教學</vt:lpstr>
      <vt:lpstr>帳戶辨識碼</vt:lpstr>
      <vt:lpstr>申請個人網域(有限制)</vt:lpstr>
      <vt:lpstr>申請個人網域後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奕崴 張</dc:creator>
  <cp:lastModifiedBy>奕崴 張</cp:lastModifiedBy>
  <cp:revision>1</cp:revision>
  <dcterms:created xsi:type="dcterms:W3CDTF">2025-02-08T05:58:29Z</dcterms:created>
  <dcterms:modified xsi:type="dcterms:W3CDTF">2025-02-08T06:38:07Z</dcterms:modified>
</cp:coreProperties>
</file>